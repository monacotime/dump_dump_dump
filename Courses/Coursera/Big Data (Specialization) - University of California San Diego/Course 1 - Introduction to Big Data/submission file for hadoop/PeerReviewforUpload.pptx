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23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EF94B6-4D6D-BC49-9B1B-2DCD25ED700E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EEC9F-A1A6-2B42-A8A4-9CCCFF1F97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52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EEC9F-A1A6-2B42-A8A4-9CCCFF1F97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16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4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9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8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5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83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30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750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57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8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85211-36CF-6844-8413-EF479547C2A8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45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85211-36CF-6844-8413-EF479547C2A8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1381D7-B388-1A4A-9531-5A12741AC5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579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0" y="1803728"/>
            <a:ext cx="534702" cy="50863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7009" y="2422316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5170" y="3036771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Heart 10"/>
          <p:cNvSpPr/>
          <p:nvPr/>
        </p:nvSpPr>
        <p:spPr>
          <a:xfrm>
            <a:off x="25170" y="3664878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/>
          <p:cNvSpPr/>
          <p:nvPr/>
        </p:nvSpPr>
        <p:spPr>
          <a:xfrm>
            <a:off x="0" y="4238366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34770" y="1821253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2555" y="4156440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187551" y="3587124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634770" y="2415259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Heart 17"/>
          <p:cNvSpPr/>
          <p:nvPr/>
        </p:nvSpPr>
        <p:spPr>
          <a:xfrm>
            <a:off x="1228516" y="1865928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Heart 18"/>
          <p:cNvSpPr/>
          <p:nvPr/>
        </p:nvSpPr>
        <p:spPr>
          <a:xfrm>
            <a:off x="1228516" y="4224711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Heart 19"/>
          <p:cNvSpPr/>
          <p:nvPr/>
        </p:nvSpPr>
        <p:spPr>
          <a:xfrm>
            <a:off x="1264582" y="5347566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30342" y="3036771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34770" y="3630056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1216531" y="2435515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7009" y="1339473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287056" y="1333638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701998" y="5347566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05" y="1281441"/>
            <a:ext cx="534702" cy="508632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7009" y="4764519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89534"/>
            <a:ext cx="534702" cy="508632"/>
          </a:xfrm>
          <a:prstGeom prst="rect">
            <a:avLst/>
          </a:prstGeom>
        </p:spPr>
      </p:pic>
      <p:sp>
        <p:nvSpPr>
          <p:cNvPr id="33" name="Isosceles Triangle 32"/>
          <p:cNvSpPr/>
          <p:nvPr/>
        </p:nvSpPr>
        <p:spPr>
          <a:xfrm>
            <a:off x="1209962" y="4793645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/>
          <p:cNvSpPr/>
          <p:nvPr/>
        </p:nvSpPr>
        <p:spPr>
          <a:xfrm>
            <a:off x="1132931" y="3078190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/>
          <p:nvPr/>
        </p:nvCxnSpPr>
        <p:spPr>
          <a:xfrm>
            <a:off x="1952738" y="0"/>
            <a:ext cx="0" cy="685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762580" y="0"/>
            <a:ext cx="0" cy="685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4128316" y="0"/>
            <a:ext cx="0" cy="685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7462420" y="0"/>
            <a:ext cx="0" cy="685800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165288" y="-42333"/>
            <a:ext cx="1765927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STEP 0 – STORE  TO HDFS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28317" y="100125"/>
            <a:ext cx="1292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1 - MAP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3803" y="100125"/>
            <a:ext cx="1939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 – SHUFFLE</a:t>
            </a:r>
          </a:p>
          <a:p>
            <a:pPr algn="ctr"/>
            <a:r>
              <a:rPr lang="en-US" sz="2400" b="1" dirty="0"/>
              <a:t>and SORT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62420" y="91063"/>
            <a:ext cx="1736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3 - REDUCE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52739" y="958275"/>
            <a:ext cx="2175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Assume 4 data partitions.</a:t>
            </a:r>
          </a:p>
        </p:txBody>
      </p:sp>
      <p:pic>
        <p:nvPicPr>
          <p:cNvPr id="110" name="Picture 1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00" y="4726990"/>
            <a:ext cx="534702" cy="508632"/>
          </a:xfrm>
          <a:prstGeom prst="rect">
            <a:avLst/>
          </a:prstGeom>
        </p:spPr>
      </p:pic>
      <p:sp>
        <p:nvSpPr>
          <p:cNvPr id="67" name="Rectangle 66"/>
          <p:cNvSpPr/>
          <p:nvPr/>
        </p:nvSpPr>
        <p:spPr>
          <a:xfrm>
            <a:off x="2117801" y="1550391"/>
            <a:ext cx="1928584" cy="115259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2094871" y="2889981"/>
            <a:ext cx="1928584" cy="115259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2108526" y="4253985"/>
            <a:ext cx="1928584" cy="115259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2108526" y="5633024"/>
            <a:ext cx="1928584" cy="115259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4402286" y="1179947"/>
            <a:ext cx="991602" cy="1255568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4402287" y="2636083"/>
            <a:ext cx="991602" cy="1255568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4415425" y="4148855"/>
            <a:ext cx="978463" cy="1255568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Rectangle 79"/>
          <p:cNvSpPr/>
          <p:nvPr/>
        </p:nvSpPr>
        <p:spPr>
          <a:xfrm>
            <a:off x="4449731" y="5581535"/>
            <a:ext cx="944157" cy="1255568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ectangle 124"/>
          <p:cNvSpPr>
            <a:spLocks noChangeAspect="1"/>
          </p:cNvSpPr>
          <p:nvPr/>
        </p:nvSpPr>
        <p:spPr>
          <a:xfrm>
            <a:off x="7740173" y="1649613"/>
            <a:ext cx="215467" cy="2253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6" name="Picture 1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944" y="2066470"/>
            <a:ext cx="267351" cy="254316"/>
          </a:xfrm>
          <a:prstGeom prst="rect">
            <a:avLst/>
          </a:prstGeom>
        </p:spPr>
      </p:pic>
      <p:sp>
        <p:nvSpPr>
          <p:cNvPr id="127" name="Oval 126"/>
          <p:cNvSpPr>
            <a:spLocks noChangeAspect="1"/>
          </p:cNvSpPr>
          <p:nvPr/>
        </p:nvSpPr>
        <p:spPr>
          <a:xfrm>
            <a:off x="7740173" y="2481278"/>
            <a:ext cx="252626" cy="245554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Heart 127"/>
          <p:cNvSpPr>
            <a:spLocks noChangeAspect="1"/>
          </p:cNvSpPr>
          <p:nvPr/>
        </p:nvSpPr>
        <p:spPr>
          <a:xfrm>
            <a:off x="7729144" y="2917574"/>
            <a:ext cx="252626" cy="2319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Isosceles Triangle 128"/>
          <p:cNvSpPr>
            <a:spLocks noChangeAspect="1"/>
          </p:cNvSpPr>
          <p:nvPr/>
        </p:nvSpPr>
        <p:spPr>
          <a:xfrm>
            <a:off x="7740173" y="3322030"/>
            <a:ext cx="279936" cy="20459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7317277" y="1508754"/>
            <a:ext cx="168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(        ,  8   )</a:t>
            </a:r>
          </a:p>
        </p:txBody>
      </p:sp>
      <p:sp>
        <p:nvSpPr>
          <p:cNvPr id="53" name="Heart 52"/>
          <p:cNvSpPr/>
          <p:nvPr/>
        </p:nvSpPr>
        <p:spPr>
          <a:xfrm>
            <a:off x="3450658" y="6267351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2888074" y="6267351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2233085" y="5684304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6076" y="6209319"/>
            <a:ext cx="534702" cy="508632"/>
          </a:xfrm>
          <a:prstGeom prst="rect">
            <a:avLst/>
          </a:prstGeom>
        </p:spPr>
      </p:pic>
      <p:sp>
        <p:nvSpPr>
          <p:cNvPr id="57" name="Isosceles Triangle 56"/>
          <p:cNvSpPr/>
          <p:nvPr/>
        </p:nvSpPr>
        <p:spPr>
          <a:xfrm>
            <a:off x="3396038" y="5713430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447" y="5672160"/>
            <a:ext cx="534702" cy="508632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6114972" y="1166748"/>
            <a:ext cx="991602" cy="1706168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6114973" y="3150762"/>
            <a:ext cx="991602" cy="1715455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128112" y="5170382"/>
            <a:ext cx="978463" cy="1615232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TextBox 72"/>
          <p:cNvSpPr txBox="1"/>
          <p:nvPr/>
        </p:nvSpPr>
        <p:spPr>
          <a:xfrm>
            <a:off x="7317277" y="1953594"/>
            <a:ext cx="168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(        ,  4  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7277" y="2347334"/>
            <a:ext cx="168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(        ,  5  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7277" y="2805938"/>
            <a:ext cx="168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(        ,  4  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317277" y="3203213"/>
            <a:ext cx="16815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(        ,  3  )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6D13D49C-2ECF-407D-ABB9-A9AC73B1A5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874" y="2122122"/>
            <a:ext cx="534702" cy="508632"/>
          </a:xfrm>
          <a:prstGeom prst="rect">
            <a:avLst/>
          </a:prstGeom>
        </p:spPr>
      </p:pic>
      <p:sp>
        <p:nvSpPr>
          <p:cNvPr id="63" name="Oval 62">
            <a:extLst>
              <a:ext uri="{FF2B5EF4-FFF2-40B4-BE49-F238E27FC236}">
                <a16:creationId xmlns:a16="http://schemas.microsoft.com/office/drawing/2014/main" id="{9BCAF613-A0A0-4729-BC3F-CDA3B8F5B36D}"/>
              </a:ext>
            </a:extLst>
          </p:cNvPr>
          <p:cNvSpPr/>
          <p:nvPr/>
        </p:nvSpPr>
        <p:spPr>
          <a:xfrm>
            <a:off x="2832474" y="2139647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Heart 63">
            <a:extLst>
              <a:ext uri="{FF2B5EF4-FFF2-40B4-BE49-F238E27FC236}">
                <a16:creationId xmlns:a16="http://schemas.microsoft.com/office/drawing/2014/main" id="{5548AB98-3337-4B6E-87C3-64423FBE6F5B}"/>
              </a:ext>
            </a:extLst>
          </p:cNvPr>
          <p:cNvSpPr/>
          <p:nvPr/>
        </p:nvSpPr>
        <p:spPr>
          <a:xfrm>
            <a:off x="3426220" y="2184322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488A131-1F16-42FD-B326-BD9ECCCE9B8F}"/>
              </a:ext>
            </a:extLst>
          </p:cNvPr>
          <p:cNvSpPr/>
          <p:nvPr/>
        </p:nvSpPr>
        <p:spPr>
          <a:xfrm>
            <a:off x="2244713" y="1657867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FBF1ECD-4F7C-4AEF-A1C3-D1BF3F52A7B0}"/>
              </a:ext>
            </a:extLst>
          </p:cNvPr>
          <p:cNvSpPr/>
          <p:nvPr/>
        </p:nvSpPr>
        <p:spPr>
          <a:xfrm>
            <a:off x="3484760" y="1652032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8EE36455-252F-4DF3-996F-DDD70FAFD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809" y="1599835"/>
            <a:ext cx="534702" cy="508632"/>
          </a:xfrm>
          <a:prstGeom prst="rect">
            <a:avLst/>
          </a:prstGeom>
        </p:spPr>
      </p:pic>
      <p:sp>
        <p:nvSpPr>
          <p:cNvPr id="83" name="Rectangle 82">
            <a:extLst>
              <a:ext uri="{FF2B5EF4-FFF2-40B4-BE49-F238E27FC236}">
                <a16:creationId xmlns:a16="http://schemas.microsoft.com/office/drawing/2014/main" id="{49AFB194-FFFA-47A9-8434-C2E3BFB26849}"/>
              </a:ext>
            </a:extLst>
          </p:cNvPr>
          <p:cNvSpPr/>
          <p:nvPr/>
        </p:nvSpPr>
        <p:spPr>
          <a:xfrm>
            <a:off x="2256441" y="2921912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8BE169C0-B1D8-4B23-A992-28765BAECA39}"/>
              </a:ext>
            </a:extLst>
          </p:cNvPr>
          <p:cNvSpPr/>
          <p:nvPr/>
        </p:nvSpPr>
        <p:spPr>
          <a:xfrm>
            <a:off x="2234602" y="3536367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0B981E33-EBAA-4EEC-96AC-74E106D93A64}"/>
              </a:ext>
            </a:extLst>
          </p:cNvPr>
          <p:cNvSpPr/>
          <p:nvPr/>
        </p:nvSpPr>
        <p:spPr>
          <a:xfrm>
            <a:off x="2844202" y="2914855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97E72A4-5DA9-41EB-AF67-DD8DD4C508CF}"/>
              </a:ext>
            </a:extLst>
          </p:cNvPr>
          <p:cNvSpPr/>
          <p:nvPr/>
        </p:nvSpPr>
        <p:spPr>
          <a:xfrm>
            <a:off x="2839774" y="3536367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36D1EB6-57AE-4B46-B5F8-67A944357A59}"/>
              </a:ext>
            </a:extLst>
          </p:cNvPr>
          <p:cNvSpPr/>
          <p:nvPr/>
        </p:nvSpPr>
        <p:spPr>
          <a:xfrm>
            <a:off x="3425963" y="2935111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Isosceles Triangle 87">
            <a:extLst>
              <a:ext uri="{FF2B5EF4-FFF2-40B4-BE49-F238E27FC236}">
                <a16:creationId xmlns:a16="http://schemas.microsoft.com/office/drawing/2014/main" id="{2E86DF6F-3CAA-4F04-A3F2-0467473648B2}"/>
              </a:ext>
            </a:extLst>
          </p:cNvPr>
          <p:cNvSpPr/>
          <p:nvPr/>
        </p:nvSpPr>
        <p:spPr>
          <a:xfrm>
            <a:off x="3342363" y="3577786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Heart 88">
            <a:extLst>
              <a:ext uri="{FF2B5EF4-FFF2-40B4-BE49-F238E27FC236}">
                <a16:creationId xmlns:a16="http://schemas.microsoft.com/office/drawing/2014/main" id="{BA7E7A31-E394-424B-81E3-0BF18248E185}"/>
              </a:ext>
            </a:extLst>
          </p:cNvPr>
          <p:cNvSpPr/>
          <p:nvPr/>
        </p:nvSpPr>
        <p:spPr>
          <a:xfrm>
            <a:off x="2234774" y="4352041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8E3B8ADE-3D4E-4596-B270-4050546ADDF5}"/>
              </a:ext>
            </a:extLst>
          </p:cNvPr>
          <p:cNvSpPr/>
          <p:nvPr/>
        </p:nvSpPr>
        <p:spPr>
          <a:xfrm>
            <a:off x="2209604" y="4925529"/>
            <a:ext cx="559872" cy="409181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B049D47D-B22B-456D-BD57-084C8EBA29FC}"/>
              </a:ext>
            </a:extLst>
          </p:cNvPr>
          <p:cNvSpPr/>
          <p:nvPr/>
        </p:nvSpPr>
        <p:spPr>
          <a:xfrm>
            <a:off x="2812159" y="4843603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A9E3AA3-0077-4B9E-9336-5F98D3C66C1C}"/>
              </a:ext>
            </a:extLst>
          </p:cNvPr>
          <p:cNvSpPr/>
          <p:nvPr/>
        </p:nvSpPr>
        <p:spPr>
          <a:xfrm>
            <a:off x="3397155" y="4274287"/>
            <a:ext cx="505252" cy="491107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Heart 92">
            <a:extLst>
              <a:ext uri="{FF2B5EF4-FFF2-40B4-BE49-F238E27FC236}">
                <a16:creationId xmlns:a16="http://schemas.microsoft.com/office/drawing/2014/main" id="{8BDA8BEE-B2A3-490B-967A-6B368F5C673E}"/>
              </a:ext>
            </a:extLst>
          </p:cNvPr>
          <p:cNvSpPr/>
          <p:nvPr/>
        </p:nvSpPr>
        <p:spPr>
          <a:xfrm>
            <a:off x="3438120" y="4911874"/>
            <a:ext cx="505252" cy="463800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4F2BB157-CCBB-477C-82DB-03F342514D0C}"/>
              </a:ext>
            </a:extLst>
          </p:cNvPr>
          <p:cNvSpPr/>
          <p:nvPr/>
        </p:nvSpPr>
        <p:spPr>
          <a:xfrm>
            <a:off x="2844374" y="4317219"/>
            <a:ext cx="430933" cy="450600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C0B125-F9FA-48A4-8BCB-51D3B300D361}"/>
              </a:ext>
            </a:extLst>
          </p:cNvPr>
          <p:cNvGrpSpPr/>
          <p:nvPr/>
        </p:nvGrpSpPr>
        <p:grpSpPr>
          <a:xfrm>
            <a:off x="4046385" y="1142941"/>
            <a:ext cx="1681579" cy="1206013"/>
            <a:chOff x="4046385" y="1142941"/>
            <a:chExt cx="1681579" cy="1206013"/>
          </a:xfrm>
        </p:grpSpPr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1CBFB56-27AD-44C0-8D92-87667916FACE}"/>
                </a:ext>
              </a:extLst>
            </p:cNvPr>
            <p:cNvSpPr txBox="1"/>
            <p:nvPr/>
          </p:nvSpPr>
          <p:spPr>
            <a:xfrm>
              <a:off x="4046385" y="1142941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_1_)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488CFEC-5757-429B-9842-8C17CB3DEB88}"/>
                </a:ext>
              </a:extLst>
            </p:cNvPr>
            <p:cNvSpPr txBox="1"/>
            <p:nvPr/>
          </p:nvSpPr>
          <p:spPr>
            <a:xfrm>
              <a:off x="4046385" y="1333638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81A5F87C-8F32-4C04-A4A6-43166BF9C881}"/>
                </a:ext>
              </a:extLst>
            </p:cNvPr>
            <p:cNvSpPr txBox="1"/>
            <p:nvPr/>
          </p:nvSpPr>
          <p:spPr>
            <a:xfrm>
              <a:off x="4046385" y="1507827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6A97AF7-E472-47F0-8130-9476F3587527}"/>
                </a:ext>
              </a:extLst>
            </p:cNvPr>
            <p:cNvSpPr txBox="1"/>
            <p:nvPr/>
          </p:nvSpPr>
          <p:spPr>
            <a:xfrm>
              <a:off x="4046385" y="1698524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30A326A-478B-4DE2-AC9C-B13258D17D72}"/>
                </a:ext>
              </a:extLst>
            </p:cNvPr>
            <p:cNvSpPr txBox="1"/>
            <p:nvPr/>
          </p:nvSpPr>
          <p:spPr>
            <a:xfrm>
              <a:off x="4046385" y="1881258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E94A0A7C-1D9B-448C-965C-E395B2DCA5DE}"/>
                </a:ext>
              </a:extLst>
            </p:cNvPr>
            <p:cNvSpPr txBox="1"/>
            <p:nvPr/>
          </p:nvSpPr>
          <p:spPr>
            <a:xfrm>
              <a:off x="4046385" y="2071955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</p:grpSp>
      <p:sp>
        <p:nvSpPr>
          <p:cNvPr id="109" name="TextBox 108">
            <a:extLst>
              <a:ext uri="{FF2B5EF4-FFF2-40B4-BE49-F238E27FC236}">
                <a16:creationId xmlns:a16="http://schemas.microsoft.com/office/drawing/2014/main" id="{9E2A1D89-F7D7-4214-8783-ABCA985048AE}"/>
              </a:ext>
            </a:extLst>
          </p:cNvPr>
          <p:cNvSpPr txBox="1"/>
          <p:nvPr/>
        </p:nvSpPr>
        <p:spPr>
          <a:xfrm>
            <a:off x="4041334" y="2664596"/>
            <a:ext cx="1681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        ,  _1_  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C0C8BBD-3DE8-47EC-ACC6-636379708B50}"/>
              </a:ext>
            </a:extLst>
          </p:cNvPr>
          <p:cNvSpPr txBox="1"/>
          <p:nvPr/>
        </p:nvSpPr>
        <p:spPr>
          <a:xfrm>
            <a:off x="4041334" y="3029482"/>
            <a:ext cx="1681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        ,  _1_  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698358C-2EF0-41C3-9D7C-C522AABF5672}"/>
              </a:ext>
            </a:extLst>
          </p:cNvPr>
          <p:cNvSpPr txBox="1"/>
          <p:nvPr/>
        </p:nvSpPr>
        <p:spPr>
          <a:xfrm>
            <a:off x="4041334" y="3402913"/>
            <a:ext cx="1681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        ,  _1_  )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FA67897-7924-4C62-8A1E-CEF98FE31A57}"/>
              </a:ext>
            </a:extLst>
          </p:cNvPr>
          <p:cNvSpPr txBox="1"/>
          <p:nvPr/>
        </p:nvSpPr>
        <p:spPr>
          <a:xfrm>
            <a:off x="4041334" y="3593610"/>
            <a:ext cx="1681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        ,  _1_  )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8562FA2D-5FCD-41DF-8784-8788FD6C3913}"/>
              </a:ext>
            </a:extLst>
          </p:cNvPr>
          <p:cNvGrpSpPr/>
          <p:nvPr/>
        </p:nvGrpSpPr>
        <p:grpSpPr>
          <a:xfrm>
            <a:off x="4046385" y="4154961"/>
            <a:ext cx="1681579" cy="1206013"/>
            <a:chOff x="4046385" y="1142941"/>
            <a:chExt cx="1681579" cy="1206013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502C375-65F2-4EF2-B6C0-685595961D53}"/>
                </a:ext>
              </a:extLst>
            </p:cNvPr>
            <p:cNvSpPr txBox="1"/>
            <p:nvPr/>
          </p:nvSpPr>
          <p:spPr>
            <a:xfrm>
              <a:off x="4046385" y="1142941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E34D522-795F-4202-A90F-1A0FA15CE276}"/>
                </a:ext>
              </a:extLst>
            </p:cNvPr>
            <p:cNvSpPr txBox="1"/>
            <p:nvPr/>
          </p:nvSpPr>
          <p:spPr>
            <a:xfrm>
              <a:off x="4046385" y="1333638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ECB72158-C577-465C-8979-E70B1961E9AB}"/>
                </a:ext>
              </a:extLst>
            </p:cNvPr>
            <p:cNvSpPr txBox="1"/>
            <p:nvPr/>
          </p:nvSpPr>
          <p:spPr>
            <a:xfrm>
              <a:off x="4046385" y="1507827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990AB9AF-FBEC-4041-814C-F3AF021CEFFB}"/>
                </a:ext>
              </a:extLst>
            </p:cNvPr>
            <p:cNvSpPr txBox="1"/>
            <p:nvPr/>
          </p:nvSpPr>
          <p:spPr>
            <a:xfrm>
              <a:off x="4046385" y="1698524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45A7D27F-B891-4119-BFC7-DE65BE7E7B54}"/>
                </a:ext>
              </a:extLst>
            </p:cNvPr>
            <p:cNvSpPr txBox="1"/>
            <p:nvPr/>
          </p:nvSpPr>
          <p:spPr>
            <a:xfrm>
              <a:off x="4046385" y="1881258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D08EE7B5-979C-45C8-AC0A-9BA1D7DFCE27}"/>
                </a:ext>
              </a:extLst>
            </p:cNvPr>
            <p:cNvSpPr txBox="1"/>
            <p:nvPr/>
          </p:nvSpPr>
          <p:spPr>
            <a:xfrm>
              <a:off x="4046385" y="2071955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ACFAAC12-002B-4BBE-9660-AA91B6F6F438}"/>
              </a:ext>
            </a:extLst>
          </p:cNvPr>
          <p:cNvSpPr txBox="1"/>
          <p:nvPr/>
        </p:nvSpPr>
        <p:spPr>
          <a:xfrm>
            <a:off x="4064846" y="5593833"/>
            <a:ext cx="1681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        ,  _1_  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5A84754-001C-4971-8432-1E4765817C87}"/>
              </a:ext>
            </a:extLst>
          </p:cNvPr>
          <p:cNvSpPr txBox="1"/>
          <p:nvPr/>
        </p:nvSpPr>
        <p:spPr>
          <a:xfrm>
            <a:off x="4064846" y="5784530"/>
            <a:ext cx="1681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        ,  _1_  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4E20BB6E-4EF6-44D5-9388-0E709EA1E1F2}"/>
              </a:ext>
            </a:extLst>
          </p:cNvPr>
          <p:cNvSpPr txBox="1"/>
          <p:nvPr/>
        </p:nvSpPr>
        <p:spPr>
          <a:xfrm>
            <a:off x="4064846" y="6149416"/>
            <a:ext cx="1681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        ,  _1_  )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D3189CE-4C41-47CB-9D47-FFB27A27E93D}"/>
              </a:ext>
            </a:extLst>
          </p:cNvPr>
          <p:cNvSpPr/>
          <p:nvPr/>
        </p:nvSpPr>
        <p:spPr>
          <a:xfrm>
            <a:off x="4648654" y="1228763"/>
            <a:ext cx="143895" cy="150462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FD95EBB8-6AD4-4C2D-969D-0F56AC5ADF8B}"/>
              </a:ext>
            </a:extLst>
          </p:cNvPr>
          <p:cNvSpPr/>
          <p:nvPr/>
        </p:nvSpPr>
        <p:spPr>
          <a:xfrm>
            <a:off x="4649607" y="1411554"/>
            <a:ext cx="143895" cy="150462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9" name="Picture 138">
            <a:extLst>
              <a:ext uri="{FF2B5EF4-FFF2-40B4-BE49-F238E27FC236}">
                <a16:creationId xmlns:a16="http://schemas.microsoft.com/office/drawing/2014/main" id="{B8B8AC94-5AF5-41AC-BC9C-8A2447FC58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232" y="1600959"/>
            <a:ext cx="169270" cy="161017"/>
          </a:xfrm>
          <a:prstGeom prst="rect">
            <a:avLst/>
          </a:prstGeom>
        </p:spPr>
      </p:pic>
      <p:pic>
        <p:nvPicPr>
          <p:cNvPr id="140" name="Picture 139">
            <a:extLst>
              <a:ext uri="{FF2B5EF4-FFF2-40B4-BE49-F238E27FC236}">
                <a16:creationId xmlns:a16="http://schemas.microsoft.com/office/drawing/2014/main" id="{F6C9A074-21EC-46DA-B515-58D0D5FFA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279" y="1783018"/>
            <a:ext cx="169270" cy="161017"/>
          </a:xfrm>
          <a:prstGeom prst="rect">
            <a:avLst/>
          </a:prstGeom>
        </p:spPr>
      </p:pic>
      <p:sp>
        <p:nvSpPr>
          <p:cNvPr id="141" name="Oval 140">
            <a:extLst>
              <a:ext uri="{FF2B5EF4-FFF2-40B4-BE49-F238E27FC236}">
                <a16:creationId xmlns:a16="http://schemas.microsoft.com/office/drawing/2014/main" id="{BB945ED1-CB9F-43F8-98F9-3352333F7777}"/>
              </a:ext>
            </a:extLst>
          </p:cNvPr>
          <p:cNvSpPr/>
          <p:nvPr/>
        </p:nvSpPr>
        <p:spPr>
          <a:xfrm>
            <a:off x="4629021" y="1944960"/>
            <a:ext cx="170938" cy="166152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2" name="Heart 141">
            <a:extLst>
              <a:ext uri="{FF2B5EF4-FFF2-40B4-BE49-F238E27FC236}">
                <a16:creationId xmlns:a16="http://schemas.microsoft.com/office/drawing/2014/main" id="{FBC6ED2C-0E97-4437-B4EE-B13B85F9CA64}"/>
              </a:ext>
            </a:extLst>
          </p:cNvPr>
          <p:cNvSpPr/>
          <p:nvPr/>
        </p:nvSpPr>
        <p:spPr>
          <a:xfrm>
            <a:off x="4649607" y="2161234"/>
            <a:ext cx="157337" cy="144429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D09630D2-931A-43F6-853F-AFACFC1134A1}"/>
              </a:ext>
            </a:extLst>
          </p:cNvPr>
          <p:cNvSpPr/>
          <p:nvPr/>
        </p:nvSpPr>
        <p:spPr>
          <a:xfrm>
            <a:off x="4610088" y="2744979"/>
            <a:ext cx="143895" cy="150462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BEDFD99-FF90-443F-B2D5-7C694CBAB306}"/>
              </a:ext>
            </a:extLst>
          </p:cNvPr>
          <p:cNvGrpSpPr/>
          <p:nvPr/>
        </p:nvGrpSpPr>
        <p:grpSpPr>
          <a:xfrm>
            <a:off x="4041334" y="2855293"/>
            <a:ext cx="1681579" cy="276999"/>
            <a:chOff x="4041334" y="2855293"/>
            <a:chExt cx="1681579" cy="27699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2990E7F8-8F60-4A92-A1C6-0FF3295FDAD0}"/>
                </a:ext>
              </a:extLst>
            </p:cNvPr>
            <p:cNvSpPr txBox="1"/>
            <p:nvPr/>
          </p:nvSpPr>
          <p:spPr>
            <a:xfrm>
              <a:off x="4041334" y="2855293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00A6439C-DAE6-44F3-9768-22B746310BAA}"/>
                </a:ext>
              </a:extLst>
            </p:cNvPr>
            <p:cNvSpPr/>
            <p:nvPr/>
          </p:nvSpPr>
          <p:spPr>
            <a:xfrm>
              <a:off x="4610088" y="2921036"/>
              <a:ext cx="143895" cy="150462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E81DDA9-F1AC-4783-A1EF-0411114C51F9}"/>
              </a:ext>
            </a:extLst>
          </p:cNvPr>
          <p:cNvSpPr/>
          <p:nvPr/>
        </p:nvSpPr>
        <p:spPr>
          <a:xfrm>
            <a:off x="4610087" y="3096732"/>
            <a:ext cx="143895" cy="150462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F753583-B201-4BC5-9DD6-F8C30A47EF53}"/>
              </a:ext>
            </a:extLst>
          </p:cNvPr>
          <p:cNvGrpSpPr/>
          <p:nvPr/>
        </p:nvGrpSpPr>
        <p:grpSpPr>
          <a:xfrm>
            <a:off x="4041334" y="3220179"/>
            <a:ext cx="1681579" cy="276999"/>
            <a:chOff x="4041334" y="3220179"/>
            <a:chExt cx="1681579" cy="276999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0A724BC-1069-47E0-8AA8-A47F81437883}"/>
                </a:ext>
              </a:extLst>
            </p:cNvPr>
            <p:cNvSpPr txBox="1"/>
            <p:nvPr/>
          </p:nvSpPr>
          <p:spPr>
            <a:xfrm>
              <a:off x="4041334" y="3220179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58620DAC-D13F-4701-AE15-9CB70B6D25BC}"/>
                </a:ext>
              </a:extLst>
            </p:cNvPr>
            <p:cNvSpPr/>
            <p:nvPr/>
          </p:nvSpPr>
          <p:spPr>
            <a:xfrm>
              <a:off x="4596565" y="3285240"/>
              <a:ext cx="170938" cy="166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2" name="Oval 151">
            <a:extLst>
              <a:ext uri="{FF2B5EF4-FFF2-40B4-BE49-F238E27FC236}">
                <a16:creationId xmlns:a16="http://schemas.microsoft.com/office/drawing/2014/main" id="{E39731D0-AB6B-43E9-BAD9-34A13DB38BC8}"/>
              </a:ext>
            </a:extLst>
          </p:cNvPr>
          <p:cNvSpPr/>
          <p:nvPr/>
        </p:nvSpPr>
        <p:spPr>
          <a:xfrm>
            <a:off x="4590086" y="3474628"/>
            <a:ext cx="170938" cy="166152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Isosceles Triangle 152">
            <a:extLst>
              <a:ext uri="{FF2B5EF4-FFF2-40B4-BE49-F238E27FC236}">
                <a16:creationId xmlns:a16="http://schemas.microsoft.com/office/drawing/2014/main" id="{E34D3399-5ED3-4625-B7C0-E3CC92EE000D}"/>
              </a:ext>
            </a:extLst>
          </p:cNvPr>
          <p:cNvSpPr/>
          <p:nvPr/>
        </p:nvSpPr>
        <p:spPr>
          <a:xfrm>
            <a:off x="4581099" y="3673501"/>
            <a:ext cx="188912" cy="138066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Heart 153">
            <a:extLst>
              <a:ext uri="{FF2B5EF4-FFF2-40B4-BE49-F238E27FC236}">
                <a16:creationId xmlns:a16="http://schemas.microsoft.com/office/drawing/2014/main" id="{94B57EBD-E17F-41A9-93B9-29A5F7D9E10C}"/>
              </a:ext>
            </a:extLst>
          </p:cNvPr>
          <p:cNvSpPr/>
          <p:nvPr/>
        </p:nvSpPr>
        <p:spPr>
          <a:xfrm>
            <a:off x="4610087" y="4246367"/>
            <a:ext cx="157337" cy="144429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Heart 154">
            <a:extLst>
              <a:ext uri="{FF2B5EF4-FFF2-40B4-BE49-F238E27FC236}">
                <a16:creationId xmlns:a16="http://schemas.microsoft.com/office/drawing/2014/main" id="{6D709F9B-CD7C-4E0D-AF18-D7243F4E951F}"/>
              </a:ext>
            </a:extLst>
          </p:cNvPr>
          <p:cNvSpPr/>
          <p:nvPr/>
        </p:nvSpPr>
        <p:spPr>
          <a:xfrm>
            <a:off x="4617420" y="4424987"/>
            <a:ext cx="157337" cy="144429"/>
          </a:xfrm>
          <a:prstGeom prst="heart">
            <a:avLst/>
          </a:prstGeom>
          <a:solidFill>
            <a:srgbClr val="008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F1DA333-90C0-4409-8881-EA0F01A07318}"/>
              </a:ext>
            </a:extLst>
          </p:cNvPr>
          <p:cNvSpPr/>
          <p:nvPr/>
        </p:nvSpPr>
        <p:spPr>
          <a:xfrm>
            <a:off x="4624232" y="4597486"/>
            <a:ext cx="143895" cy="150462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538DF7BD-1E71-44E4-B3F0-9823F68E0CD3}"/>
              </a:ext>
            </a:extLst>
          </p:cNvPr>
          <p:cNvSpPr/>
          <p:nvPr/>
        </p:nvSpPr>
        <p:spPr>
          <a:xfrm>
            <a:off x="4595266" y="4785335"/>
            <a:ext cx="170938" cy="166152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A8D921DF-BB37-4FBE-99B1-F0F675A50C96}"/>
              </a:ext>
            </a:extLst>
          </p:cNvPr>
          <p:cNvSpPr/>
          <p:nvPr/>
        </p:nvSpPr>
        <p:spPr>
          <a:xfrm>
            <a:off x="4589565" y="4976032"/>
            <a:ext cx="170938" cy="166152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Isosceles Triangle 161">
            <a:extLst>
              <a:ext uri="{FF2B5EF4-FFF2-40B4-BE49-F238E27FC236}">
                <a16:creationId xmlns:a16="http://schemas.microsoft.com/office/drawing/2014/main" id="{3B1DD1E2-37AC-4792-A91C-52EF8DE99257}"/>
              </a:ext>
            </a:extLst>
          </p:cNvPr>
          <p:cNvSpPr/>
          <p:nvPr/>
        </p:nvSpPr>
        <p:spPr>
          <a:xfrm>
            <a:off x="4595266" y="5174616"/>
            <a:ext cx="188912" cy="138066"/>
          </a:xfrm>
          <a:prstGeom prst="triangle">
            <a:avLst/>
          </a:prstGeom>
          <a:solidFill>
            <a:schemeClr val="accent6">
              <a:lumMod val="75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BBBEA19-C480-4CB7-BB51-6BF328F0E081}"/>
              </a:ext>
            </a:extLst>
          </p:cNvPr>
          <p:cNvSpPr/>
          <p:nvPr/>
        </p:nvSpPr>
        <p:spPr>
          <a:xfrm>
            <a:off x="4649870" y="5668278"/>
            <a:ext cx="143895" cy="150462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3C1000-23A3-49B1-A858-50B4853C339C}"/>
              </a:ext>
            </a:extLst>
          </p:cNvPr>
          <p:cNvGrpSpPr/>
          <p:nvPr/>
        </p:nvGrpSpPr>
        <p:grpSpPr>
          <a:xfrm>
            <a:off x="4064846" y="5958719"/>
            <a:ext cx="1681579" cy="276999"/>
            <a:chOff x="4064846" y="5958719"/>
            <a:chExt cx="1681579" cy="276999"/>
          </a:xfrm>
        </p:grpSpPr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2F4340A1-7BDC-48E9-85F8-A0A4B7D9F7BA}"/>
                </a:ext>
              </a:extLst>
            </p:cNvPr>
            <p:cNvSpPr txBox="1"/>
            <p:nvPr/>
          </p:nvSpPr>
          <p:spPr>
            <a:xfrm>
              <a:off x="4064846" y="5958719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pic>
          <p:nvPicPr>
            <p:cNvPr id="179" name="Picture 178">
              <a:extLst>
                <a:ext uri="{FF2B5EF4-FFF2-40B4-BE49-F238E27FC236}">
                  <a16:creationId xmlns:a16="http://schemas.microsoft.com/office/drawing/2014/main" id="{B8537ADB-8471-4F7D-82C4-FE8E389CB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2774" y="6029237"/>
              <a:ext cx="169270" cy="161017"/>
            </a:xfrm>
            <a:prstGeom prst="rect">
              <a:avLst/>
            </a:prstGeom>
          </p:spPr>
        </p:pic>
      </p:grpSp>
      <p:pic>
        <p:nvPicPr>
          <p:cNvPr id="180" name="Picture 179">
            <a:extLst>
              <a:ext uri="{FF2B5EF4-FFF2-40B4-BE49-F238E27FC236}">
                <a16:creationId xmlns:a16="http://schemas.microsoft.com/office/drawing/2014/main" id="{DA54867A-A7AC-477C-8323-333588BFE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8344" y="6224727"/>
            <a:ext cx="169270" cy="161017"/>
          </a:xfrm>
          <a:prstGeom prst="rect">
            <a:avLst/>
          </a:prstGeom>
        </p:spPr>
      </p:pic>
      <p:sp>
        <p:nvSpPr>
          <p:cNvPr id="183" name="Rectangle 182">
            <a:extLst>
              <a:ext uri="{FF2B5EF4-FFF2-40B4-BE49-F238E27FC236}">
                <a16:creationId xmlns:a16="http://schemas.microsoft.com/office/drawing/2014/main" id="{AC2D0EDF-0F76-4A72-BDC4-96A1F2060F73}"/>
              </a:ext>
            </a:extLst>
          </p:cNvPr>
          <p:cNvSpPr/>
          <p:nvPr/>
        </p:nvSpPr>
        <p:spPr>
          <a:xfrm>
            <a:off x="4646442" y="5854240"/>
            <a:ext cx="143895" cy="150462"/>
          </a:xfrm>
          <a:prstGeom prst="rect">
            <a:avLst/>
          </a:prstGeom>
          <a:solidFill>
            <a:srgbClr val="8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430DDF-CE38-4BFE-A88B-03E91C38797E}"/>
              </a:ext>
            </a:extLst>
          </p:cNvPr>
          <p:cNvGrpSpPr/>
          <p:nvPr/>
        </p:nvGrpSpPr>
        <p:grpSpPr>
          <a:xfrm>
            <a:off x="4064846" y="6332150"/>
            <a:ext cx="1681579" cy="276999"/>
            <a:chOff x="4064846" y="6332150"/>
            <a:chExt cx="1681579" cy="276999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B21A1EA-7522-44CC-9A81-1900C45C96CC}"/>
                </a:ext>
              </a:extLst>
            </p:cNvPr>
            <p:cNvSpPr txBox="1"/>
            <p:nvPr/>
          </p:nvSpPr>
          <p:spPr>
            <a:xfrm>
              <a:off x="4064846" y="6332150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84" name="Isosceles Triangle 183">
              <a:extLst>
                <a:ext uri="{FF2B5EF4-FFF2-40B4-BE49-F238E27FC236}">
                  <a16:creationId xmlns:a16="http://schemas.microsoft.com/office/drawing/2014/main" id="{4AAA890C-CB86-4EDE-9B18-38C27EF82018}"/>
                </a:ext>
              </a:extLst>
            </p:cNvPr>
            <p:cNvSpPr/>
            <p:nvPr/>
          </p:nvSpPr>
          <p:spPr>
            <a:xfrm>
              <a:off x="4633819" y="6408089"/>
              <a:ext cx="188912" cy="138066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A154B80-0CAD-439B-99A4-8989DCC2F4FD}"/>
              </a:ext>
            </a:extLst>
          </p:cNvPr>
          <p:cNvGrpSpPr/>
          <p:nvPr/>
        </p:nvGrpSpPr>
        <p:grpSpPr>
          <a:xfrm>
            <a:off x="4064846" y="6522847"/>
            <a:ext cx="1681579" cy="276999"/>
            <a:chOff x="4064846" y="6522847"/>
            <a:chExt cx="1681579" cy="276999"/>
          </a:xfrm>
        </p:grpSpPr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8CC538F8-6A93-437D-A189-D5B8C3FAB691}"/>
                </a:ext>
              </a:extLst>
            </p:cNvPr>
            <p:cNvSpPr txBox="1"/>
            <p:nvPr/>
          </p:nvSpPr>
          <p:spPr>
            <a:xfrm>
              <a:off x="4064846" y="6522847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85" name="Heart 184">
              <a:extLst>
                <a:ext uri="{FF2B5EF4-FFF2-40B4-BE49-F238E27FC236}">
                  <a16:creationId xmlns:a16="http://schemas.microsoft.com/office/drawing/2014/main" id="{83A6386C-E551-4F90-A22D-083CCDF09818}"/>
                </a:ext>
              </a:extLst>
            </p:cNvPr>
            <p:cNvSpPr/>
            <p:nvPr/>
          </p:nvSpPr>
          <p:spPr>
            <a:xfrm>
              <a:off x="4646057" y="6616584"/>
              <a:ext cx="157337" cy="144429"/>
            </a:xfrm>
            <a:prstGeom prst="heart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E586314A-AA4C-44AA-80D2-51B82299096E}"/>
              </a:ext>
            </a:extLst>
          </p:cNvPr>
          <p:cNvGrpSpPr/>
          <p:nvPr/>
        </p:nvGrpSpPr>
        <p:grpSpPr>
          <a:xfrm>
            <a:off x="5789085" y="1162341"/>
            <a:ext cx="1681579" cy="276999"/>
            <a:chOff x="4041334" y="2855293"/>
            <a:chExt cx="1681579" cy="276999"/>
          </a:xfrm>
        </p:grpSpPr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89080BA4-5F31-48C7-ABD4-2112A35D5225}"/>
                </a:ext>
              </a:extLst>
            </p:cNvPr>
            <p:cNvSpPr txBox="1"/>
            <p:nvPr/>
          </p:nvSpPr>
          <p:spPr>
            <a:xfrm>
              <a:off x="4041334" y="2855293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2D9B4677-642F-4916-BD28-81090ACB8415}"/>
                </a:ext>
              </a:extLst>
            </p:cNvPr>
            <p:cNvSpPr/>
            <p:nvPr/>
          </p:nvSpPr>
          <p:spPr>
            <a:xfrm>
              <a:off x="4610088" y="2921036"/>
              <a:ext cx="143895" cy="150462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0511729-4501-4810-8195-1FE664AD7959}"/>
              </a:ext>
            </a:extLst>
          </p:cNvPr>
          <p:cNvGrpSpPr/>
          <p:nvPr/>
        </p:nvGrpSpPr>
        <p:grpSpPr>
          <a:xfrm>
            <a:off x="5789085" y="1348285"/>
            <a:ext cx="1681579" cy="276999"/>
            <a:chOff x="4041334" y="2855293"/>
            <a:chExt cx="1681579" cy="276999"/>
          </a:xfrm>
        </p:grpSpPr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B0C754D3-8B20-43E9-9CDE-2A8D368AA69F}"/>
                </a:ext>
              </a:extLst>
            </p:cNvPr>
            <p:cNvSpPr txBox="1"/>
            <p:nvPr/>
          </p:nvSpPr>
          <p:spPr>
            <a:xfrm>
              <a:off x="4041334" y="2855293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36F28EC2-E7EE-4307-96BC-BFAFEA5D4B05}"/>
                </a:ext>
              </a:extLst>
            </p:cNvPr>
            <p:cNvSpPr/>
            <p:nvPr/>
          </p:nvSpPr>
          <p:spPr>
            <a:xfrm>
              <a:off x="4610088" y="2921036"/>
              <a:ext cx="143895" cy="150462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048ADE6-FE04-419A-B21C-B2AC3B9B3545}"/>
              </a:ext>
            </a:extLst>
          </p:cNvPr>
          <p:cNvGrpSpPr/>
          <p:nvPr/>
        </p:nvGrpSpPr>
        <p:grpSpPr>
          <a:xfrm>
            <a:off x="5789085" y="1536583"/>
            <a:ext cx="1681579" cy="276999"/>
            <a:chOff x="4041334" y="2855293"/>
            <a:chExt cx="1681579" cy="276999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4115E1EB-6EF7-4AEB-B4A4-0AEFB0E4DA7F}"/>
                </a:ext>
              </a:extLst>
            </p:cNvPr>
            <p:cNvSpPr txBox="1"/>
            <p:nvPr/>
          </p:nvSpPr>
          <p:spPr>
            <a:xfrm>
              <a:off x="4041334" y="2855293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520EABFA-191A-4E57-A6EB-86F8CCEB29C2}"/>
                </a:ext>
              </a:extLst>
            </p:cNvPr>
            <p:cNvSpPr/>
            <p:nvPr/>
          </p:nvSpPr>
          <p:spPr>
            <a:xfrm>
              <a:off x="4610088" y="2921036"/>
              <a:ext cx="143895" cy="150462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E79B7725-15DF-42A6-8C84-FCBFBDA8D219}"/>
              </a:ext>
            </a:extLst>
          </p:cNvPr>
          <p:cNvGrpSpPr/>
          <p:nvPr/>
        </p:nvGrpSpPr>
        <p:grpSpPr>
          <a:xfrm>
            <a:off x="5789085" y="1722527"/>
            <a:ext cx="1681579" cy="276999"/>
            <a:chOff x="4041334" y="2855293"/>
            <a:chExt cx="1681579" cy="276999"/>
          </a:xfrm>
        </p:grpSpPr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A3B4A0DD-337E-4AFF-B0B4-DCC7EBB81DF3}"/>
                </a:ext>
              </a:extLst>
            </p:cNvPr>
            <p:cNvSpPr txBox="1"/>
            <p:nvPr/>
          </p:nvSpPr>
          <p:spPr>
            <a:xfrm>
              <a:off x="4041334" y="2855293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4F3AD29F-133A-48DE-9923-61911691ABB8}"/>
                </a:ext>
              </a:extLst>
            </p:cNvPr>
            <p:cNvSpPr/>
            <p:nvPr/>
          </p:nvSpPr>
          <p:spPr>
            <a:xfrm>
              <a:off x="4610088" y="2921036"/>
              <a:ext cx="143895" cy="150462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3BFFFF07-DE6E-46FA-B43C-57368FF42433}"/>
              </a:ext>
            </a:extLst>
          </p:cNvPr>
          <p:cNvGrpSpPr/>
          <p:nvPr/>
        </p:nvGrpSpPr>
        <p:grpSpPr>
          <a:xfrm>
            <a:off x="5789085" y="1905782"/>
            <a:ext cx="1681579" cy="276999"/>
            <a:chOff x="4041334" y="2855293"/>
            <a:chExt cx="1681579" cy="276999"/>
          </a:xfrm>
        </p:grpSpPr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299549CB-0124-421C-BB2B-3E4684DCF3FD}"/>
                </a:ext>
              </a:extLst>
            </p:cNvPr>
            <p:cNvSpPr txBox="1"/>
            <p:nvPr/>
          </p:nvSpPr>
          <p:spPr>
            <a:xfrm>
              <a:off x="4041334" y="2855293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E8586A9D-FBAC-406C-ABC5-ED3AB76AEC33}"/>
                </a:ext>
              </a:extLst>
            </p:cNvPr>
            <p:cNvSpPr/>
            <p:nvPr/>
          </p:nvSpPr>
          <p:spPr>
            <a:xfrm>
              <a:off x="4610088" y="2921036"/>
              <a:ext cx="143895" cy="150462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E8362248-CA16-4FEA-B90D-860F4F6F55D3}"/>
              </a:ext>
            </a:extLst>
          </p:cNvPr>
          <p:cNvGrpSpPr/>
          <p:nvPr/>
        </p:nvGrpSpPr>
        <p:grpSpPr>
          <a:xfrm>
            <a:off x="5789085" y="2091726"/>
            <a:ext cx="1681579" cy="276999"/>
            <a:chOff x="4041334" y="2855293"/>
            <a:chExt cx="1681579" cy="276999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FD5B03FF-4A44-46F1-AF60-5A9417001DE1}"/>
                </a:ext>
              </a:extLst>
            </p:cNvPr>
            <p:cNvSpPr txBox="1"/>
            <p:nvPr/>
          </p:nvSpPr>
          <p:spPr>
            <a:xfrm>
              <a:off x="4041334" y="2855293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CD5EB311-A49C-4BB9-AE39-36AB0654D842}"/>
                </a:ext>
              </a:extLst>
            </p:cNvPr>
            <p:cNvSpPr/>
            <p:nvPr/>
          </p:nvSpPr>
          <p:spPr>
            <a:xfrm>
              <a:off x="4610088" y="2921036"/>
              <a:ext cx="143895" cy="150462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48DFB53C-3DA9-4DD0-81E9-6A57B3D1AB0D}"/>
              </a:ext>
            </a:extLst>
          </p:cNvPr>
          <p:cNvGrpSpPr/>
          <p:nvPr/>
        </p:nvGrpSpPr>
        <p:grpSpPr>
          <a:xfrm>
            <a:off x="5789085" y="2280024"/>
            <a:ext cx="1681579" cy="276999"/>
            <a:chOff x="4041334" y="2855293"/>
            <a:chExt cx="1681579" cy="276999"/>
          </a:xfrm>
        </p:grpSpPr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A9B7D00E-3101-4C7C-8716-D50FA86B89F4}"/>
                </a:ext>
              </a:extLst>
            </p:cNvPr>
            <p:cNvSpPr txBox="1"/>
            <p:nvPr/>
          </p:nvSpPr>
          <p:spPr>
            <a:xfrm>
              <a:off x="4041334" y="2855293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26D65909-8932-47E7-93AC-5B7F4528F466}"/>
                </a:ext>
              </a:extLst>
            </p:cNvPr>
            <p:cNvSpPr/>
            <p:nvPr/>
          </p:nvSpPr>
          <p:spPr>
            <a:xfrm>
              <a:off x="4610088" y="2921036"/>
              <a:ext cx="143895" cy="150462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7AC99519-047E-42D6-A9C8-BCA17C983FF1}"/>
              </a:ext>
            </a:extLst>
          </p:cNvPr>
          <p:cNvGrpSpPr/>
          <p:nvPr/>
        </p:nvGrpSpPr>
        <p:grpSpPr>
          <a:xfrm>
            <a:off x="5789085" y="2465968"/>
            <a:ext cx="1681579" cy="276999"/>
            <a:chOff x="4041334" y="2855293"/>
            <a:chExt cx="1681579" cy="276999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11F770F9-61FA-4C7A-91D4-04ADEBEFE804}"/>
                </a:ext>
              </a:extLst>
            </p:cNvPr>
            <p:cNvSpPr txBox="1"/>
            <p:nvPr/>
          </p:nvSpPr>
          <p:spPr>
            <a:xfrm>
              <a:off x="4041334" y="2855293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A20E1453-99A9-4487-84D6-6810D1EDF765}"/>
                </a:ext>
              </a:extLst>
            </p:cNvPr>
            <p:cNvSpPr/>
            <p:nvPr/>
          </p:nvSpPr>
          <p:spPr>
            <a:xfrm>
              <a:off x="4610088" y="2921036"/>
              <a:ext cx="143895" cy="150462"/>
            </a:xfrm>
            <a:prstGeom prst="rect">
              <a:avLst/>
            </a:prstGeom>
            <a:solidFill>
              <a:srgbClr val="800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45B5E0B-6C3F-47E9-9988-4AE868F975C3}"/>
              </a:ext>
            </a:extLst>
          </p:cNvPr>
          <p:cNvGrpSpPr/>
          <p:nvPr/>
        </p:nvGrpSpPr>
        <p:grpSpPr>
          <a:xfrm>
            <a:off x="5801976" y="3151918"/>
            <a:ext cx="1681579" cy="276999"/>
            <a:chOff x="4041334" y="3220179"/>
            <a:chExt cx="1681579" cy="276999"/>
          </a:xfrm>
        </p:grpSpPr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95279D9F-7415-480A-A37A-0E6688CE481E}"/>
                </a:ext>
              </a:extLst>
            </p:cNvPr>
            <p:cNvSpPr txBox="1"/>
            <p:nvPr/>
          </p:nvSpPr>
          <p:spPr>
            <a:xfrm>
              <a:off x="4041334" y="3220179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3922CB0E-EB96-4F63-B635-F4C02AF89A5C}"/>
                </a:ext>
              </a:extLst>
            </p:cNvPr>
            <p:cNvSpPr/>
            <p:nvPr/>
          </p:nvSpPr>
          <p:spPr>
            <a:xfrm>
              <a:off x="4596565" y="3285240"/>
              <a:ext cx="170938" cy="166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F0F85BEC-59C7-4CC0-9BB9-0A27E59B2F31}"/>
              </a:ext>
            </a:extLst>
          </p:cNvPr>
          <p:cNvGrpSpPr/>
          <p:nvPr/>
        </p:nvGrpSpPr>
        <p:grpSpPr>
          <a:xfrm>
            <a:off x="5801976" y="3348871"/>
            <a:ext cx="1681579" cy="276999"/>
            <a:chOff x="4041334" y="3220179"/>
            <a:chExt cx="1681579" cy="276999"/>
          </a:xfrm>
        </p:grpSpPr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A6D062F2-14E0-4E1D-B65E-9913DF100E2F}"/>
                </a:ext>
              </a:extLst>
            </p:cNvPr>
            <p:cNvSpPr txBox="1"/>
            <p:nvPr/>
          </p:nvSpPr>
          <p:spPr>
            <a:xfrm>
              <a:off x="4041334" y="3220179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25557C4E-23B3-469A-AE89-1BB6B940DB28}"/>
                </a:ext>
              </a:extLst>
            </p:cNvPr>
            <p:cNvSpPr/>
            <p:nvPr/>
          </p:nvSpPr>
          <p:spPr>
            <a:xfrm>
              <a:off x="4596565" y="3285240"/>
              <a:ext cx="170938" cy="166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8BC81C55-4DC5-48F1-B3E4-5CC3C6E4DB62}"/>
              </a:ext>
            </a:extLst>
          </p:cNvPr>
          <p:cNvGrpSpPr/>
          <p:nvPr/>
        </p:nvGrpSpPr>
        <p:grpSpPr>
          <a:xfrm>
            <a:off x="5801976" y="3549056"/>
            <a:ext cx="1681579" cy="276999"/>
            <a:chOff x="4041334" y="3220179"/>
            <a:chExt cx="1681579" cy="276999"/>
          </a:xfrm>
        </p:grpSpPr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DD53C8D5-1146-4CA8-A24F-D46102A2FA1E}"/>
                </a:ext>
              </a:extLst>
            </p:cNvPr>
            <p:cNvSpPr txBox="1"/>
            <p:nvPr/>
          </p:nvSpPr>
          <p:spPr>
            <a:xfrm>
              <a:off x="4041334" y="3220179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A6148CE6-5E7A-4D5C-8381-B8138B7EEEE3}"/>
                </a:ext>
              </a:extLst>
            </p:cNvPr>
            <p:cNvSpPr/>
            <p:nvPr/>
          </p:nvSpPr>
          <p:spPr>
            <a:xfrm>
              <a:off x="4596565" y="3285240"/>
              <a:ext cx="170938" cy="166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92BCD95D-30BC-4B31-925D-1FFAAE28376E}"/>
              </a:ext>
            </a:extLst>
          </p:cNvPr>
          <p:cNvGrpSpPr/>
          <p:nvPr/>
        </p:nvGrpSpPr>
        <p:grpSpPr>
          <a:xfrm>
            <a:off x="5801976" y="3746009"/>
            <a:ext cx="1681579" cy="276999"/>
            <a:chOff x="4041334" y="3220179"/>
            <a:chExt cx="1681579" cy="276999"/>
          </a:xfrm>
        </p:grpSpPr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FBE6EF4C-91DA-453A-BC85-A793C1473F37}"/>
                </a:ext>
              </a:extLst>
            </p:cNvPr>
            <p:cNvSpPr txBox="1"/>
            <p:nvPr/>
          </p:nvSpPr>
          <p:spPr>
            <a:xfrm>
              <a:off x="4041334" y="3220179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E6A800E5-4797-4540-98F2-6E7145A39B71}"/>
                </a:ext>
              </a:extLst>
            </p:cNvPr>
            <p:cNvSpPr/>
            <p:nvPr/>
          </p:nvSpPr>
          <p:spPr>
            <a:xfrm>
              <a:off x="4596565" y="3285240"/>
              <a:ext cx="170938" cy="166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2F6AC4B2-A06B-46B8-AA88-12C814F82529}"/>
              </a:ext>
            </a:extLst>
          </p:cNvPr>
          <p:cNvGrpSpPr/>
          <p:nvPr/>
        </p:nvGrpSpPr>
        <p:grpSpPr>
          <a:xfrm>
            <a:off x="5801976" y="3955502"/>
            <a:ext cx="1681579" cy="276999"/>
            <a:chOff x="4041334" y="3220179"/>
            <a:chExt cx="1681579" cy="276999"/>
          </a:xfrm>
        </p:grpSpPr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7999D400-FD70-44CE-A588-99D768AEEBDA}"/>
                </a:ext>
              </a:extLst>
            </p:cNvPr>
            <p:cNvSpPr txBox="1"/>
            <p:nvPr/>
          </p:nvSpPr>
          <p:spPr>
            <a:xfrm>
              <a:off x="4041334" y="3220179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5F607235-B00E-4A8B-8C24-D6DC17B65EFA}"/>
                </a:ext>
              </a:extLst>
            </p:cNvPr>
            <p:cNvSpPr/>
            <p:nvPr/>
          </p:nvSpPr>
          <p:spPr>
            <a:xfrm>
              <a:off x="4596565" y="3285240"/>
              <a:ext cx="170938" cy="166152"/>
            </a:xfrm>
            <a:prstGeom prst="ellipse">
              <a:avLst/>
            </a:prstGeom>
            <a:solidFill>
              <a:srgbClr val="0000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5176BBA1-5BFB-4C57-98B8-C57764F18D88}"/>
              </a:ext>
            </a:extLst>
          </p:cNvPr>
          <p:cNvGrpSpPr/>
          <p:nvPr/>
        </p:nvGrpSpPr>
        <p:grpSpPr>
          <a:xfrm>
            <a:off x="5801976" y="4128678"/>
            <a:ext cx="1681579" cy="276999"/>
            <a:chOff x="4064846" y="5958719"/>
            <a:chExt cx="1681579" cy="276999"/>
          </a:xfrm>
        </p:grpSpPr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C99B4DED-EFFC-472F-AF66-FEA824D262E5}"/>
                </a:ext>
              </a:extLst>
            </p:cNvPr>
            <p:cNvSpPr txBox="1"/>
            <p:nvPr/>
          </p:nvSpPr>
          <p:spPr>
            <a:xfrm>
              <a:off x="4064846" y="5958719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pic>
          <p:nvPicPr>
            <p:cNvPr id="230" name="Picture 229">
              <a:extLst>
                <a:ext uri="{FF2B5EF4-FFF2-40B4-BE49-F238E27FC236}">
                  <a16:creationId xmlns:a16="http://schemas.microsoft.com/office/drawing/2014/main" id="{16C2F607-000F-420D-9F55-30678F6085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2774" y="6029237"/>
              <a:ext cx="169270" cy="161017"/>
            </a:xfrm>
            <a:prstGeom prst="rect">
              <a:avLst/>
            </a:prstGeom>
          </p:spPr>
        </p:pic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71D34306-90FC-4179-B1EB-5C829D2A49AF}"/>
              </a:ext>
            </a:extLst>
          </p:cNvPr>
          <p:cNvGrpSpPr/>
          <p:nvPr/>
        </p:nvGrpSpPr>
        <p:grpSpPr>
          <a:xfrm>
            <a:off x="5801976" y="4300854"/>
            <a:ext cx="1681579" cy="276999"/>
            <a:chOff x="4064846" y="5958719"/>
            <a:chExt cx="1681579" cy="276999"/>
          </a:xfrm>
        </p:grpSpPr>
        <p:sp>
          <p:nvSpPr>
            <p:cNvPr id="232" name="TextBox 231">
              <a:extLst>
                <a:ext uri="{FF2B5EF4-FFF2-40B4-BE49-F238E27FC236}">
                  <a16:creationId xmlns:a16="http://schemas.microsoft.com/office/drawing/2014/main" id="{505708A2-57F5-4EDC-85CF-4B43D7665A10}"/>
                </a:ext>
              </a:extLst>
            </p:cNvPr>
            <p:cNvSpPr txBox="1"/>
            <p:nvPr/>
          </p:nvSpPr>
          <p:spPr>
            <a:xfrm>
              <a:off x="4064846" y="5958719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pic>
          <p:nvPicPr>
            <p:cNvPr id="233" name="Picture 232">
              <a:extLst>
                <a:ext uri="{FF2B5EF4-FFF2-40B4-BE49-F238E27FC236}">
                  <a16:creationId xmlns:a16="http://schemas.microsoft.com/office/drawing/2014/main" id="{957B4116-90F4-439B-915E-418C1E423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2774" y="6029237"/>
              <a:ext cx="169270" cy="161017"/>
            </a:xfrm>
            <a:prstGeom prst="rect">
              <a:avLst/>
            </a:prstGeom>
          </p:spPr>
        </p:pic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6AC081F0-E51F-4F87-8514-508C97229221}"/>
              </a:ext>
            </a:extLst>
          </p:cNvPr>
          <p:cNvGrpSpPr/>
          <p:nvPr/>
        </p:nvGrpSpPr>
        <p:grpSpPr>
          <a:xfrm>
            <a:off x="5801976" y="4462086"/>
            <a:ext cx="1681579" cy="276999"/>
            <a:chOff x="4064846" y="5958719"/>
            <a:chExt cx="1681579" cy="276999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7A836BA8-4975-4018-A1BB-7B25A890E1C1}"/>
                </a:ext>
              </a:extLst>
            </p:cNvPr>
            <p:cNvSpPr txBox="1"/>
            <p:nvPr/>
          </p:nvSpPr>
          <p:spPr>
            <a:xfrm>
              <a:off x="4064846" y="5958719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pic>
          <p:nvPicPr>
            <p:cNvPr id="236" name="Picture 235">
              <a:extLst>
                <a:ext uri="{FF2B5EF4-FFF2-40B4-BE49-F238E27FC236}">
                  <a16:creationId xmlns:a16="http://schemas.microsoft.com/office/drawing/2014/main" id="{EB63E387-2F62-4834-B6AC-AA0C24BFB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2774" y="6029237"/>
              <a:ext cx="169270" cy="161017"/>
            </a:xfrm>
            <a:prstGeom prst="rect">
              <a:avLst/>
            </a:prstGeom>
          </p:spPr>
        </p:pic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2EB93392-BE60-466A-877D-09EABD168D29}"/>
              </a:ext>
            </a:extLst>
          </p:cNvPr>
          <p:cNvGrpSpPr/>
          <p:nvPr/>
        </p:nvGrpSpPr>
        <p:grpSpPr>
          <a:xfrm>
            <a:off x="5801976" y="4616279"/>
            <a:ext cx="1681579" cy="276999"/>
            <a:chOff x="4064846" y="5958719"/>
            <a:chExt cx="1681579" cy="276999"/>
          </a:xfrm>
        </p:grpSpPr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6C8AFF56-8CBB-4402-982F-DE6BC9C8EC6D}"/>
                </a:ext>
              </a:extLst>
            </p:cNvPr>
            <p:cNvSpPr txBox="1"/>
            <p:nvPr/>
          </p:nvSpPr>
          <p:spPr>
            <a:xfrm>
              <a:off x="4064846" y="5958719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pic>
          <p:nvPicPr>
            <p:cNvPr id="239" name="Picture 238">
              <a:extLst>
                <a:ext uri="{FF2B5EF4-FFF2-40B4-BE49-F238E27FC236}">
                  <a16:creationId xmlns:a16="http://schemas.microsoft.com/office/drawing/2014/main" id="{A2F61073-742A-43D6-9A59-ED7FC2565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2774" y="6029237"/>
              <a:ext cx="169270" cy="161017"/>
            </a:xfrm>
            <a:prstGeom prst="rect">
              <a:avLst/>
            </a:prstGeom>
          </p:spPr>
        </p:pic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50F5872A-282A-4B94-B332-59214727C524}"/>
              </a:ext>
            </a:extLst>
          </p:cNvPr>
          <p:cNvGrpSpPr/>
          <p:nvPr/>
        </p:nvGrpSpPr>
        <p:grpSpPr>
          <a:xfrm>
            <a:off x="5809895" y="5155429"/>
            <a:ext cx="1681579" cy="276999"/>
            <a:chOff x="4064846" y="6522847"/>
            <a:chExt cx="1681579" cy="276999"/>
          </a:xfrm>
        </p:grpSpPr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8DC78BDA-C044-4F07-8929-4DE890664892}"/>
                </a:ext>
              </a:extLst>
            </p:cNvPr>
            <p:cNvSpPr txBox="1"/>
            <p:nvPr/>
          </p:nvSpPr>
          <p:spPr>
            <a:xfrm>
              <a:off x="4064846" y="6522847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42" name="Heart 241">
              <a:extLst>
                <a:ext uri="{FF2B5EF4-FFF2-40B4-BE49-F238E27FC236}">
                  <a16:creationId xmlns:a16="http://schemas.microsoft.com/office/drawing/2014/main" id="{D3825C85-2895-47EE-B262-F45D1110301C}"/>
                </a:ext>
              </a:extLst>
            </p:cNvPr>
            <p:cNvSpPr/>
            <p:nvPr/>
          </p:nvSpPr>
          <p:spPr>
            <a:xfrm>
              <a:off x="4646057" y="6616584"/>
              <a:ext cx="157337" cy="144429"/>
            </a:xfrm>
            <a:prstGeom prst="heart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076D0C78-16CF-4EFB-BC7D-6AA43D3DB017}"/>
              </a:ext>
            </a:extLst>
          </p:cNvPr>
          <p:cNvGrpSpPr/>
          <p:nvPr/>
        </p:nvGrpSpPr>
        <p:grpSpPr>
          <a:xfrm>
            <a:off x="5809895" y="5364675"/>
            <a:ext cx="1681579" cy="276999"/>
            <a:chOff x="4064846" y="6522847"/>
            <a:chExt cx="1681579" cy="276999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1E742233-B512-4268-9BCD-F8CC9CC366DD}"/>
                </a:ext>
              </a:extLst>
            </p:cNvPr>
            <p:cNvSpPr txBox="1"/>
            <p:nvPr/>
          </p:nvSpPr>
          <p:spPr>
            <a:xfrm>
              <a:off x="4064846" y="6522847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45" name="Heart 244">
              <a:extLst>
                <a:ext uri="{FF2B5EF4-FFF2-40B4-BE49-F238E27FC236}">
                  <a16:creationId xmlns:a16="http://schemas.microsoft.com/office/drawing/2014/main" id="{84B7CBFA-EB3B-43BD-B72D-82F8190A6EB4}"/>
                </a:ext>
              </a:extLst>
            </p:cNvPr>
            <p:cNvSpPr/>
            <p:nvPr/>
          </p:nvSpPr>
          <p:spPr>
            <a:xfrm>
              <a:off x="4646057" y="6616584"/>
              <a:ext cx="157337" cy="144429"/>
            </a:xfrm>
            <a:prstGeom prst="heart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E141637C-FC25-48D8-BBBF-6B3A75FA68F8}"/>
              </a:ext>
            </a:extLst>
          </p:cNvPr>
          <p:cNvGrpSpPr/>
          <p:nvPr/>
        </p:nvGrpSpPr>
        <p:grpSpPr>
          <a:xfrm>
            <a:off x="5809895" y="5563468"/>
            <a:ext cx="1681579" cy="276999"/>
            <a:chOff x="4064846" y="6522847"/>
            <a:chExt cx="1681579" cy="276999"/>
          </a:xfrm>
        </p:grpSpPr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7B41994A-9E34-4421-B71C-CBBCE2B43DFC}"/>
                </a:ext>
              </a:extLst>
            </p:cNvPr>
            <p:cNvSpPr txBox="1"/>
            <p:nvPr/>
          </p:nvSpPr>
          <p:spPr>
            <a:xfrm>
              <a:off x="4064846" y="6522847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48" name="Heart 247">
              <a:extLst>
                <a:ext uri="{FF2B5EF4-FFF2-40B4-BE49-F238E27FC236}">
                  <a16:creationId xmlns:a16="http://schemas.microsoft.com/office/drawing/2014/main" id="{4DB1313D-7F80-4295-BFFD-1A23A69577CB}"/>
                </a:ext>
              </a:extLst>
            </p:cNvPr>
            <p:cNvSpPr/>
            <p:nvPr/>
          </p:nvSpPr>
          <p:spPr>
            <a:xfrm>
              <a:off x="4646057" y="6616584"/>
              <a:ext cx="157337" cy="144429"/>
            </a:xfrm>
            <a:prstGeom prst="heart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C3839329-8AC6-450F-8A17-9D96CB5B9502}"/>
              </a:ext>
            </a:extLst>
          </p:cNvPr>
          <p:cNvGrpSpPr/>
          <p:nvPr/>
        </p:nvGrpSpPr>
        <p:grpSpPr>
          <a:xfrm>
            <a:off x="5809895" y="5774755"/>
            <a:ext cx="1681579" cy="276999"/>
            <a:chOff x="4064846" y="6522847"/>
            <a:chExt cx="1681579" cy="276999"/>
          </a:xfrm>
        </p:grpSpPr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713A6CA5-B18C-4D20-9864-0C74FC8826BA}"/>
                </a:ext>
              </a:extLst>
            </p:cNvPr>
            <p:cNvSpPr txBox="1"/>
            <p:nvPr/>
          </p:nvSpPr>
          <p:spPr>
            <a:xfrm>
              <a:off x="4064846" y="6522847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51" name="Heart 250">
              <a:extLst>
                <a:ext uri="{FF2B5EF4-FFF2-40B4-BE49-F238E27FC236}">
                  <a16:creationId xmlns:a16="http://schemas.microsoft.com/office/drawing/2014/main" id="{D7E4119C-540D-4255-ACB1-95AABD376098}"/>
                </a:ext>
              </a:extLst>
            </p:cNvPr>
            <p:cNvSpPr/>
            <p:nvPr/>
          </p:nvSpPr>
          <p:spPr>
            <a:xfrm>
              <a:off x="4646057" y="6616584"/>
              <a:ext cx="157337" cy="144429"/>
            </a:xfrm>
            <a:prstGeom prst="heart">
              <a:avLst/>
            </a:prstGeom>
            <a:solidFill>
              <a:srgbClr val="008000"/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9576CDAD-E88D-4F64-986A-33A14AC75153}"/>
              </a:ext>
            </a:extLst>
          </p:cNvPr>
          <p:cNvGrpSpPr/>
          <p:nvPr/>
        </p:nvGrpSpPr>
        <p:grpSpPr>
          <a:xfrm>
            <a:off x="5813176" y="6051754"/>
            <a:ext cx="1681579" cy="276999"/>
            <a:chOff x="4064846" y="6332150"/>
            <a:chExt cx="1681579" cy="276999"/>
          </a:xfrm>
        </p:grpSpPr>
        <p:sp>
          <p:nvSpPr>
            <p:cNvPr id="253" name="TextBox 252">
              <a:extLst>
                <a:ext uri="{FF2B5EF4-FFF2-40B4-BE49-F238E27FC236}">
                  <a16:creationId xmlns:a16="http://schemas.microsoft.com/office/drawing/2014/main" id="{DAC8D32C-B5EF-4FB1-ABA1-F7FA23620F9F}"/>
                </a:ext>
              </a:extLst>
            </p:cNvPr>
            <p:cNvSpPr txBox="1"/>
            <p:nvPr/>
          </p:nvSpPr>
          <p:spPr>
            <a:xfrm>
              <a:off x="4064846" y="6332150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54" name="Isosceles Triangle 253">
              <a:extLst>
                <a:ext uri="{FF2B5EF4-FFF2-40B4-BE49-F238E27FC236}">
                  <a16:creationId xmlns:a16="http://schemas.microsoft.com/office/drawing/2014/main" id="{68DEFEE4-CA81-4FA5-A104-B5A88EEFDEB4}"/>
                </a:ext>
              </a:extLst>
            </p:cNvPr>
            <p:cNvSpPr/>
            <p:nvPr/>
          </p:nvSpPr>
          <p:spPr>
            <a:xfrm>
              <a:off x="4633819" y="6408089"/>
              <a:ext cx="188912" cy="138066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482D370-9B25-4BFE-BFA8-D0BC8A38CA31}"/>
              </a:ext>
            </a:extLst>
          </p:cNvPr>
          <p:cNvGrpSpPr/>
          <p:nvPr/>
        </p:nvGrpSpPr>
        <p:grpSpPr>
          <a:xfrm>
            <a:off x="5813176" y="6250113"/>
            <a:ext cx="1681579" cy="276999"/>
            <a:chOff x="4064846" y="6332150"/>
            <a:chExt cx="1681579" cy="276999"/>
          </a:xfrm>
        </p:grpSpPr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2965EEB5-220F-4AFC-93A1-8850301F9826}"/>
                </a:ext>
              </a:extLst>
            </p:cNvPr>
            <p:cNvSpPr txBox="1"/>
            <p:nvPr/>
          </p:nvSpPr>
          <p:spPr>
            <a:xfrm>
              <a:off x="4064846" y="6332150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57" name="Isosceles Triangle 256">
              <a:extLst>
                <a:ext uri="{FF2B5EF4-FFF2-40B4-BE49-F238E27FC236}">
                  <a16:creationId xmlns:a16="http://schemas.microsoft.com/office/drawing/2014/main" id="{82869CC6-328C-4BF0-BCBC-0733E281792C}"/>
                </a:ext>
              </a:extLst>
            </p:cNvPr>
            <p:cNvSpPr/>
            <p:nvPr/>
          </p:nvSpPr>
          <p:spPr>
            <a:xfrm>
              <a:off x="4633819" y="6408089"/>
              <a:ext cx="188912" cy="138066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F22FBF82-ED8F-43BB-AD77-7061377B4635}"/>
              </a:ext>
            </a:extLst>
          </p:cNvPr>
          <p:cNvGrpSpPr/>
          <p:nvPr/>
        </p:nvGrpSpPr>
        <p:grpSpPr>
          <a:xfrm>
            <a:off x="5813176" y="6451173"/>
            <a:ext cx="1681579" cy="276999"/>
            <a:chOff x="4064846" y="6332150"/>
            <a:chExt cx="1681579" cy="276999"/>
          </a:xfrm>
        </p:grpSpPr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CC98DE82-FE5A-46E3-90F6-DAE7ADF59F85}"/>
                </a:ext>
              </a:extLst>
            </p:cNvPr>
            <p:cNvSpPr txBox="1"/>
            <p:nvPr/>
          </p:nvSpPr>
          <p:spPr>
            <a:xfrm>
              <a:off x="4064846" y="6332150"/>
              <a:ext cx="16815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(        ,  _1_  )</a:t>
              </a:r>
            </a:p>
          </p:txBody>
        </p:sp>
        <p:sp>
          <p:nvSpPr>
            <p:cNvPr id="260" name="Isosceles Triangle 259">
              <a:extLst>
                <a:ext uri="{FF2B5EF4-FFF2-40B4-BE49-F238E27FC236}">
                  <a16:creationId xmlns:a16="http://schemas.microsoft.com/office/drawing/2014/main" id="{3C6BB9FE-221A-4B07-B4C8-328BA2529A81}"/>
                </a:ext>
              </a:extLst>
            </p:cNvPr>
            <p:cNvSpPr/>
            <p:nvPr/>
          </p:nvSpPr>
          <p:spPr>
            <a:xfrm>
              <a:off x="4633819" y="6408089"/>
              <a:ext cx="188912" cy="138066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2696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330</Words>
  <Application>Microsoft Office PowerPoint</Application>
  <PresentationFormat>On-screen Show (4:3)</PresentationFormat>
  <Paragraphs>60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UCSD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kind of questions you can ask to help Eglence Inc. using big data?</dc:title>
  <dc:creator>ilkay Altintas</dc:creator>
  <cp:lastModifiedBy>Monaco Time</cp:lastModifiedBy>
  <cp:revision>23</cp:revision>
  <dcterms:created xsi:type="dcterms:W3CDTF">2016-02-11T22:41:22Z</dcterms:created>
  <dcterms:modified xsi:type="dcterms:W3CDTF">2020-06-04T15:57:27Z</dcterms:modified>
</cp:coreProperties>
</file>